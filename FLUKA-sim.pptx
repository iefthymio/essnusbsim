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3"/>
    <p:restoredTop sz="94681"/>
  </p:normalViewPr>
  <p:slideViewPr>
    <p:cSldViewPr snapToGrid="0">
      <p:cViewPr varScale="1">
        <p:scale>
          <a:sx n="129" d="100"/>
          <a:sy n="129" d="100"/>
        </p:scale>
        <p:origin x="224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16785-7AEA-EA40-823C-DA9F79FBA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D244C-F332-AFF3-5780-A6329F60A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7D0E4-BBD6-2284-CAD3-7C95DAA29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523C-BF69-404E-9AEF-7A0C41BCE68F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415F6-10CD-17CE-BE8B-EAB376C3E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1BFA5-E0D2-8398-00ED-D3D3A3AF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5B12-3CB0-2F46-AD9B-97E115C58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224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2DC5A-2A05-B1F6-B41A-565AD9F7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9E58C-09AC-BF58-04F2-0EDC1A9A6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B9A0C-B2FE-AD44-51DE-C0D11426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523C-BF69-404E-9AEF-7A0C41BCE68F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1A356-2116-5109-4D01-313B031A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7130D-6CB9-6CC9-D364-520762A07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5B12-3CB0-2F46-AD9B-97E115C58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02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82121-A607-9A2F-A343-07C02B9AF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B2F1F-780B-4519-8C5C-7C572B3C2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BE6E7-8757-FFBF-7885-DD537719C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523C-BF69-404E-9AEF-7A0C41BCE68F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A370D-4AC1-B693-8310-83111079D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81BE6-43B6-D2FA-9C1E-17772DD26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5B12-3CB0-2F46-AD9B-97E115C58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53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4B384-7848-CA00-8BE8-6056D9760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D8C-F066-5E2D-221F-BEC699D92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EBBB8-F7D0-FE3C-934C-C85E3E224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D0664-A5F7-FEF4-9608-A7328B10E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523C-BF69-404E-9AEF-7A0C41BCE68F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80EF0-3D6F-AF9C-E0E0-582E001B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08B71-B32C-D2C3-49C7-58E06897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5B12-3CB0-2F46-AD9B-97E115C58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94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E3D3-39E1-2CF3-71F0-0B0481988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63D8A-A1B3-6941-C635-49D644552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1F91A-EB26-B889-4DD6-1BD9EDDB0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C46E4-A34B-A7E9-6ABA-5CF4A43BD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20C1D8-6392-E7F3-681A-13BF1441E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F7E29C-A4C8-E56E-C3D7-97B108BC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523C-BF69-404E-9AEF-7A0C41BCE68F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A1125-E74C-3EE5-8A38-311EAB7B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17009B-9AF2-A2C3-B081-E5F6E8F0C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5B12-3CB0-2F46-AD9B-97E115C58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95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E36A-0C7A-FE8D-C923-5CA11CA51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AFDDF-BB7B-BE13-DD1A-CB94DF237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523C-BF69-404E-9AEF-7A0C41BCE68F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D43B5-0940-FF60-1D19-8E32ABF9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003AE-EE83-1C75-B829-3A0A40CC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5B12-3CB0-2F46-AD9B-97E115C58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60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0FC408-A2CA-6418-C22E-713091D70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523C-BF69-404E-9AEF-7A0C41BCE68F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561BD3-BFE0-006E-2EDA-81AADA18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AEFEB-C648-90B0-7DA7-804A0A02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5B12-3CB0-2F46-AD9B-97E115C58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2F7DE-3AC8-C483-ECFE-CED332CAD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81B6C-96C8-8D00-DB05-3B05A64FF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51D5A-707B-EA6C-D47B-B5FBB07AF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F1450-B652-2ACF-AE28-93A9C0157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523C-BF69-404E-9AEF-7A0C41BCE68F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DF711-4C54-BDE9-073D-C7BCFA6E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6591A-DE1F-7D0F-C678-D30A778D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5B12-3CB0-2F46-AD9B-97E115C58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1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11CAC-F0C2-EE8B-6B80-51327BA1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F5948E-773A-44AC-9444-6ABF294E7A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FFC02-4321-5722-766A-40E3EC4DA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832B2-AB90-E1D6-A838-67996A239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523C-BF69-404E-9AEF-7A0C41BCE68F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1CEB1-F8A6-06D5-F595-490FFA38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CB4B9-0DDF-4ECB-F1A7-723D4FC5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5B12-3CB0-2F46-AD9B-97E115C58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47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A4B2D-173F-A715-384E-18890045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E998C-AF2F-7C0D-73DA-7DDBBFCED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F9631-5F5E-A914-3E4F-88E584F88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523C-BF69-404E-9AEF-7A0C41BCE68F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BE754-265B-DBC3-616B-DE911E35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8EEC1-B3B2-C1DC-FEBA-745096D32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5B12-3CB0-2F46-AD9B-97E115C58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35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36C998-6E2D-74BD-19E2-A6F6C0B4E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D618EB-B20A-4D27-57E6-1789EBDEB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66407-FD96-4F6C-0441-F812C161B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523C-BF69-404E-9AEF-7A0C41BCE68F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C88CE-B9C7-450F-8EB7-1D7C8569D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A4F0B-3EF3-8FDC-33EB-2963AA22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5B12-3CB0-2F46-AD9B-97E115C58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3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37A644-87D0-E461-331A-44843CB69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7C56C-30D5-0170-8346-BE6FCC5FC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CB221-1D40-A538-1784-A0FDCF65F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3523C-BF69-404E-9AEF-7A0C41BCE68F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43A4B-F9B1-E53F-9982-41183B3AB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11659-E048-EF26-2C24-2175FB36D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4D5B12-3CB0-2F46-AD9B-97E115C58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07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BDECB1C2-0983-A0C8-D7BF-FE48C63B2D7E}"/>
              </a:ext>
            </a:extLst>
          </p:cNvPr>
          <p:cNvSpPr txBox="1"/>
          <p:nvPr/>
        </p:nvSpPr>
        <p:spPr>
          <a:xfrm>
            <a:off x="548629" y="595617"/>
            <a:ext cx="2865690" cy="21138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 rtlCol="0">
            <a:noAutofit/>
          </a:bodyPr>
          <a:lstStyle/>
          <a:p>
            <a:r>
              <a:rPr lang="en-US" dirty="0"/>
              <a:t>Parking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F7DB754-68ED-E030-6B68-5AB1AF2A5693}"/>
              </a:ext>
            </a:extLst>
          </p:cNvPr>
          <p:cNvSpPr/>
          <p:nvPr/>
        </p:nvSpPr>
        <p:spPr>
          <a:xfrm>
            <a:off x="354250" y="4823860"/>
            <a:ext cx="1299787" cy="9901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Fre</a:t>
            </a:r>
          </a:p>
        </p:txBody>
      </p:sp>
      <p:sp>
        <p:nvSpPr>
          <p:cNvPr id="4" name="5-point Star 3">
            <a:extLst>
              <a:ext uri="{FF2B5EF4-FFF2-40B4-BE49-F238E27FC236}">
                <a16:creationId xmlns:a16="http://schemas.microsoft.com/office/drawing/2014/main" id="{B3906566-24A9-544A-5807-586359D86AA4}"/>
              </a:ext>
            </a:extLst>
          </p:cNvPr>
          <p:cNvSpPr/>
          <p:nvPr/>
        </p:nvSpPr>
        <p:spPr>
          <a:xfrm>
            <a:off x="4033355" y="2215498"/>
            <a:ext cx="413359" cy="31315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1A7706-8677-E113-325F-4167DC5396AF}"/>
              </a:ext>
            </a:extLst>
          </p:cNvPr>
          <p:cNvCxnSpPr/>
          <p:nvPr/>
        </p:nvCxnSpPr>
        <p:spPr>
          <a:xfrm>
            <a:off x="3589662" y="2390862"/>
            <a:ext cx="5012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1C84D-B984-9712-AA90-BF6BFC54651F}"/>
              </a:ext>
            </a:extLst>
          </p:cNvPr>
          <p:cNvCxnSpPr>
            <a:cxnSpLocks/>
          </p:cNvCxnSpPr>
          <p:nvPr/>
        </p:nvCxnSpPr>
        <p:spPr>
          <a:xfrm>
            <a:off x="5793486" y="2253257"/>
            <a:ext cx="1910359" cy="180704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B424C6F-AEE1-75D3-79E2-E3C9C34FBC97}"/>
              </a:ext>
            </a:extLst>
          </p:cNvPr>
          <p:cNvSpPr txBox="1"/>
          <p:nvPr/>
        </p:nvSpPr>
        <p:spPr>
          <a:xfrm>
            <a:off x="7357431" y="2566227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29.5deg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0606D96D-0D6E-334E-3E0A-024775E00FEA}"/>
              </a:ext>
            </a:extLst>
          </p:cNvPr>
          <p:cNvSpPr/>
          <p:nvPr/>
        </p:nvSpPr>
        <p:spPr>
          <a:xfrm>
            <a:off x="4933720" y="2390862"/>
            <a:ext cx="1355075" cy="1045684"/>
          </a:xfrm>
          <a:prstGeom prst="arc">
            <a:avLst>
              <a:gd name="adj1" fmla="val 16200000"/>
              <a:gd name="adj2" fmla="val 1972027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61F8C9C-CEEE-B13A-0DD4-002D345F9D60}"/>
              </a:ext>
            </a:extLst>
          </p:cNvPr>
          <p:cNvCxnSpPr/>
          <p:nvPr/>
        </p:nvCxnSpPr>
        <p:spPr>
          <a:xfrm>
            <a:off x="5611257" y="2215498"/>
            <a:ext cx="35484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E60E65-2033-66FC-FD86-7670C7E3682E}"/>
              </a:ext>
            </a:extLst>
          </p:cNvPr>
          <p:cNvSpPr txBox="1"/>
          <p:nvPr/>
        </p:nvSpPr>
        <p:spPr>
          <a:xfrm>
            <a:off x="7453338" y="2049712"/>
            <a:ext cx="771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Z-axis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4EB8CC-9DAC-ADA4-3011-AAE0986CE17F}"/>
              </a:ext>
            </a:extLst>
          </p:cNvPr>
          <p:cNvSpPr txBox="1"/>
          <p:nvPr/>
        </p:nvSpPr>
        <p:spPr>
          <a:xfrm>
            <a:off x="4199410" y="1592698"/>
            <a:ext cx="779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X-axis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452F4BD-36E4-D529-D20E-E693740093E7}"/>
              </a:ext>
            </a:extLst>
          </p:cNvPr>
          <p:cNvCxnSpPr>
            <a:cxnSpLocks/>
          </p:cNvCxnSpPr>
          <p:nvPr/>
        </p:nvCxnSpPr>
        <p:spPr>
          <a:xfrm flipV="1">
            <a:off x="4199410" y="1616847"/>
            <a:ext cx="0" cy="103960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673401F-A818-48E9-6066-5424EE531196}"/>
              </a:ext>
            </a:extLst>
          </p:cNvPr>
          <p:cNvSpPr/>
          <p:nvPr/>
        </p:nvSpPr>
        <p:spPr>
          <a:xfrm rot="2837419">
            <a:off x="6201345" y="2671692"/>
            <a:ext cx="265594" cy="189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966BCCD-0324-6E6C-84DF-568A53ED4381}"/>
              </a:ext>
            </a:extLst>
          </p:cNvPr>
          <p:cNvCxnSpPr/>
          <p:nvPr/>
        </p:nvCxnSpPr>
        <p:spPr>
          <a:xfrm flipV="1">
            <a:off x="7453338" y="3902731"/>
            <a:ext cx="888658" cy="22646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FC53821-8E91-69AF-2FD3-83EA19CCB6E2}"/>
              </a:ext>
            </a:extLst>
          </p:cNvPr>
          <p:cNvSpPr txBox="1"/>
          <p:nvPr/>
        </p:nvSpPr>
        <p:spPr>
          <a:xfrm>
            <a:off x="5966105" y="19620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6483B1-A3C1-208F-8F4E-064C33F96BC9}"/>
              </a:ext>
            </a:extLst>
          </p:cNvPr>
          <p:cNvSpPr txBox="1"/>
          <p:nvPr/>
        </p:nvSpPr>
        <p:spPr>
          <a:xfrm>
            <a:off x="7524750" y="411237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184CC6-2E6B-FB58-9886-236AC1912827}"/>
              </a:ext>
            </a:extLst>
          </p:cNvPr>
          <p:cNvSpPr txBox="1"/>
          <p:nvPr/>
        </p:nvSpPr>
        <p:spPr>
          <a:xfrm>
            <a:off x="8070910" y="3533399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3-6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F05993F-2F6D-1554-AE4D-1107D107DAE5}"/>
              </a:ext>
            </a:extLst>
          </p:cNvPr>
          <p:cNvGrpSpPr/>
          <p:nvPr/>
        </p:nvGrpSpPr>
        <p:grpSpPr>
          <a:xfrm>
            <a:off x="1355260" y="2049712"/>
            <a:ext cx="1822802" cy="419531"/>
            <a:chOff x="1369591" y="2331362"/>
            <a:chExt cx="1822802" cy="419531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AB7CCD1C-E23A-56F2-3330-23DC9BC0D83A}"/>
                </a:ext>
              </a:extLst>
            </p:cNvPr>
            <p:cNvSpPr/>
            <p:nvPr/>
          </p:nvSpPr>
          <p:spPr>
            <a:xfrm>
              <a:off x="1369591" y="2358874"/>
              <a:ext cx="1822802" cy="392019"/>
            </a:xfrm>
            <a:prstGeom prst="roundRect">
              <a:avLst/>
            </a:prstGeom>
            <a:noFill/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6400369-397D-7FF9-EEFD-CCC7208040A8}"/>
                </a:ext>
              </a:extLst>
            </p:cNvPr>
            <p:cNvSpPr/>
            <p:nvPr/>
          </p:nvSpPr>
          <p:spPr>
            <a:xfrm>
              <a:off x="1468073" y="2331362"/>
              <a:ext cx="125835" cy="595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131852A-33E5-8098-4302-07C158129E4C}"/>
              </a:ext>
            </a:extLst>
          </p:cNvPr>
          <p:cNvGrpSpPr/>
          <p:nvPr/>
        </p:nvGrpSpPr>
        <p:grpSpPr>
          <a:xfrm rot="20523741">
            <a:off x="8245262" y="3607009"/>
            <a:ext cx="1822802" cy="419531"/>
            <a:chOff x="1369591" y="2331362"/>
            <a:chExt cx="1822802" cy="419531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61CAA7D5-8E3F-56DC-5030-21D5EE052BB0}"/>
                </a:ext>
              </a:extLst>
            </p:cNvPr>
            <p:cNvSpPr/>
            <p:nvPr/>
          </p:nvSpPr>
          <p:spPr>
            <a:xfrm>
              <a:off x="1369591" y="2358874"/>
              <a:ext cx="1822802" cy="392019"/>
            </a:xfrm>
            <a:prstGeom prst="roundRect">
              <a:avLst/>
            </a:prstGeom>
            <a:noFill/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A58A889-B2CD-A315-2832-4C95B4AFAEE9}"/>
                </a:ext>
              </a:extLst>
            </p:cNvPr>
            <p:cNvSpPr/>
            <p:nvPr/>
          </p:nvSpPr>
          <p:spPr>
            <a:xfrm>
              <a:off x="1468073" y="2331362"/>
              <a:ext cx="125835" cy="595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65F84FD6-2FB9-8CB1-4DBC-B083C16D0945}"/>
              </a:ext>
            </a:extLst>
          </p:cNvPr>
          <p:cNvSpPr/>
          <p:nvPr/>
        </p:nvSpPr>
        <p:spPr>
          <a:xfrm>
            <a:off x="1446780" y="1335925"/>
            <a:ext cx="265594" cy="18970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161D61-8420-A8B6-AFA1-759FF77C1E2C}"/>
              </a:ext>
            </a:extLst>
          </p:cNvPr>
          <p:cNvSpPr/>
          <p:nvPr/>
        </p:nvSpPr>
        <p:spPr>
          <a:xfrm flipH="1">
            <a:off x="1957053" y="1335925"/>
            <a:ext cx="182140" cy="189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BAEB4D-B94B-9CF7-B543-92CB85B3C17F}"/>
              </a:ext>
            </a:extLst>
          </p:cNvPr>
          <p:cNvSpPr/>
          <p:nvPr/>
        </p:nvSpPr>
        <p:spPr>
          <a:xfrm flipH="1">
            <a:off x="1051231" y="1335925"/>
            <a:ext cx="182140" cy="1897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3EBA6B9-281E-17AB-D0D0-7B84D576E341}"/>
              </a:ext>
            </a:extLst>
          </p:cNvPr>
          <p:cNvSpPr/>
          <p:nvPr/>
        </p:nvSpPr>
        <p:spPr>
          <a:xfrm rot="2868715">
            <a:off x="6483540" y="2950024"/>
            <a:ext cx="265594" cy="18970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riangle 38">
            <a:extLst>
              <a:ext uri="{FF2B5EF4-FFF2-40B4-BE49-F238E27FC236}">
                <a16:creationId xmlns:a16="http://schemas.microsoft.com/office/drawing/2014/main" id="{027385D9-F39C-05CB-DFDC-1344C41AB7B7}"/>
              </a:ext>
            </a:extLst>
          </p:cNvPr>
          <p:cNvSpPr/>
          <p:nvPr/>
        </p:nvSpPr>
        <p:spPr>
          <a:xfrm rot="10800000">
            <a:off x="1107904" y="1718768"/>
            <a:ext cx="125467" cy="155562"/>
          </a:xfrm>
          <a:prstGeom prst="triangl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an 40">
            <a:extLst>
              <a:ext uri="{FF2B5EF4-FFF2-40B4-BE49-F238E27FC236}">
                <a16:creationId xmlns:a16="http://schemas.microsoft.com/office/drawing/2014/main" id="{189345CA-5953-94B5-5890-8E2263F4879A}"/>
              </a:ext>
            </a:extLst>
          </p:cNvPr>
          <p:cNvSpPr/>
          <p:nvPr/>
        </p:nvSpPr>
        <p:spPr>
          <a:xfrm rot="16200000">
            <a:off x="1336573" y="1723647"/>
            <a:ext cx="192937" cy="155563"/>
          </a:xfrm>
          <a:prstGeom prst="ca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an 41">
            <a:extLst>
              <a:ext uri="{FF2B5EF4-FFF2-40B4-BE49-F238E27FC236}">
                <a16:creationId xmlns:a16="http://schemas.microsoft.com/office/drawing/2014/main" id="{E75611F4-4559-8049-279B-5A7E4EE2979C}"/>
              </a:ext>
            </a:extLst>
          </p:cNvPr>
          <p:cNvSpPr/>
          <p:nvPr/>
        </p:nvSpPr>
        <p:spPr>
          <a:xfrm rot="16200000">
            <a:off x="1594316" y="1999442"/>
            <a:ext cx="192937" cy="155563"/>
          </a:xfrm>
          <a:prstGeom prst="ca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an 42">
            <a:extLst>
              <a:ext uri="{FF2B5EF4-FFF2-40B4-BE49-F238E27FC236}">
                <a16:creationId xmlns:a16="http://schemas.microsoft.com/office/drawing/2014/main" id="{84BA20C5-F58A-5B95-6F47-313414DB2AA7}"/>
              </a:ext>
            </a:extLst>
          </p:cNvPr>
          <p:cNvSpPr/>
          <p:nvPr/>
        </p:nvSpPr>
        <p:spPr>
          <a:xfrm rot="16200000">
            <a:off x="1818633" y="1999442"/>
            <a:ext cx="192937" cy="155563"/>
          </a:xfrm>
          <a:prstGeom prst="ca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riangle 44">
            <a:extLst>
              <a:ext uri="{FF2B5EF4-FFF2-40B4-BE49-F238E27FC236}">
                <a16:creationId xmlns:a16="http://schemas.microsoft.com/office/drawing/2014/main" id="{A98DFE6D-6708-F05E-EB52-46E9D85A60BF}"/>
              </a:ext>
            </a:extLst>
          </p:cNvPr>
          <p:cNvSpPr/>
          <p:nvPr/>
        </p:nvSpPr>
        <p:spPr>
          <a:xfrm rot="10800000">
            <a:off x="3024239" y="1991134"/>
            <a:ext cx="125467" cy="155562"/>
          </a:xfrm>
          <a:prstGeom prst="triangl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riangle 45">
            <a:extLst>
              <a:ext uri="{FF2B5EF4-FFF2-40B4-BE49-F238E27FC236}">
                <a16:creationId xmlns:a16="http://schemas.microsoft.com/office/drawing/2014/main" id="{888CC4F7-6FFB-D3C1-357C-6709D2111ABF}"/>
              </a:ext>
            </a:extLst>
          </p:cNvPr>
          <p:cNvSpPr/>
          <p:nvPr/>
        </p:nvSpPr>
        <p:spPr>
          <a:xfrm rot="14488303">
            <a:off x="3129506" y="2056525"/>
            <a:ext cx="125467" cy="155562"/>
          </a:xfrm>
          <a:prstGeom prst="triangl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30BFFC4-98D5-1FE8-0E91-9D3A4CC170EB}"/>
              </a:ext>
            </a:extLst>
          </p:cNvPr>
          <p:cNvSpPr/>
          <p:nvPr/>
        </p:nvSpPr>
        <p:spPr>
          <a:xfrm>
            <a:off x="436228" y="3533399"/>
            <a:ext cx="1143349" cy="948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4D7F950-395E-C6F2-3B16-4CCFD31B4A5E}"/>
              </a:ext>
            </a:extLst>
          </p:cNvPr>
          <p:cNvSpPr/>
          <p:nvPr/>
        </p:nvSpPr>
        <p:spPr>
          <a:xfrm>
            <a:off x="843277" y="3828814"/>
            <a:ext cx="327360" cy="3003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CE0F86C-7955-24D1-7415-4BF98F1E4A99}"/>
              </a:ext>
            </a:extLst>
          </p:cNvPr>
          <p:cNvSpPr/>
          <p:nvPr/>
        </p:nvSpPr>
        <p:spPr>
          <a:xfrm>
            <a:off x="1881088" y="3533399"/>
            <a:ext cx="1143349" cy="948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C2F25F0-16DE-1718-CE1C-860704081F42}"/>
              </a:ext>
            </a:extLst>
          </p:cNvPr>
          <p:cNvSpPr/>
          <p:nvPr/>
        </p:nvSpPr>
        <p:spPr>
          <a:xfrm>
            <a:off x="2139193" y="3822885"/>
            <a:ext cx="709712" cy="369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232CCA-2749-A1C7-D070-1E9BCAF5F3B3}"/>
              </a:ext>
            </a:extLst>
          </p:cNvPr>
          <p:cNvSpPr txBox="1"/>
          <p:nvPr/>
        </p:nvSpPr>
        <p:spPr>
          <a:xfrm>
            <a:off x="2055144" y="3156781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dipole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62FC29-380D-E4B9-7924-335813D52673}"/>
              </a:ext>
            </a:extLst>
          </p:cNvPr>
          <p:cNvSpPr txBox="1"/>
          <p:nvPr/>
        </p:nvSpPr>
        <p:spPr>
          <a:xfrm>
            <a:off x="548629" y="312710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F5AAEE0-41BF-9AD1-C798-E3788EE875F8}"/>
              </a:ext>
            </a:extLst>
          </p:cNvPr>
          <p:cNvSpPr/>
          <p:nvPr/>
        </p:nvSpPr>
        <p:spPr>
          <a:xfrm>
            <a:off x="167780" y="2953895"/>
            <a:ext cx="3556932" cy="345929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1BF3B4D-F50D-DED9-4ADA-6BA83A7C0121}"/>
              </a:ext>
            </a:extLst>
          </p:cNvPr>
          <p:cNvSpPr txBox="1"/>
          <p:nvPr/>
        </p:nvSpPr>
        <p:spPr>
          <a:xfrm>
            <a:off x="1147170" y="966593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887327A-ABA1-AF79-5BEB-3EA0F03BB0EA}"/>
              </a:ext>
            </a:extLst>
          </p:cNvPr>
          <p:cNvSpPr txBox="1"/>
          <p:nvPr/>
        </p:nvSpPr>
        <p:spPr>
          <a:xfrm>
            <a:off x="5353070" y="3046644"/>
            <a:ext cx="98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36C2906-3864-285C-F402-36DA0C37992E}"/>
              </a:ext>
            </a:extLst>
          </p:cNvPr>
          <p:cNvSpPr/>
          <p:nvPr/>
        </p:nvSpPr>
        <p:spPr>
          <a:xfrm>
            <a:off x="432471" y="4844762"/>
            <a:ext cx="1143349" cy="948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CEEDCC5-8278-6097-6461-2A7DB4A2A01A}"/>
              </a:ext>
            </a:extLst>
          </p:cNvPr>
          <p:cNvSpPr/>
          <p:nvPr/>
        </p:nvSpPr>
        <p:spPr>
          <a:xfrm>
            <a:off x="432471" y="5152742"/>
            <a:ext cx="1143349" cy="369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09518C-EFEC-C5EA-8531-F8352B325DDC}"/>
              </a:ext>
            </a:extLst>
          </p:cNvPr>
          <p:cNvSpPr txBox="1"/>
          <p:nvPr/>
        </p:nvSpPr>
        <p:spPr>
          <a:xfrm>
            <a:off x="551995" y="4860253"/>
            <a:ext cx="344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93EBB-039A-F9C8-0E6C-B4E00E2D6F8B}"/>
              </a:ext>
            </a:extLst>
          </p:cNvPr>
          <p:cNvSpPr txBox="1"/>
          <p:nvPr/>
        </p:nvSpPr>
        <p:spPr>
          <a:xfrm>
            <a:off x="551995" y="5193530"/>
            <a:ext cx="428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3B297F-245C-B5FC-0BF7-3FF148510ED8}"/>
              </a:ext>
            </a:extLst>
          </p:cNvPr>
          <p:cNvSpPr txBox="1"/>
          <p:nvPr/>
        </p:nvSpPr>
        <p:spPr>
          <a:xfrm>
            <a:off x="1481714" y="4916531"/>
            <a:ext cx="3929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Vol</a:t>
            </a:r>
          </a:p>
        </p:txBody>
      </p:sp>
      <p:cxnSp>
        <p:nvCxnSpPr>
          <p:cNvPr id="66" name="Curved Connector 65">
            <a:extLst>
              <a:ext uri="{FF2B5EF4-FFF2-40B4-BE49-F238E27FC236}">
                <a16:creationId xmlns:a16="http://schemas.microsoft.com/office/drawing/2014/main" id="{449CBE9B-29C2-282C-AE79-8959EF71B6CA}"/>
              </a:ext>
            </a:extLst>
          </p:cNvPr>
          <p:cNvCxnSpPr>
            <a:cxnSpLocks/>
            <a:stCxn id="36" idx="1"/>
            <a:endCxn id="19" idx="0"/>
          </p:cNvCxnSpPr>
          <p:nvPr/>
        </p:nvCxnSpPr>
        <p:spPr>
          <a:xfrm>
            <a:off x="2139193" y="1430780"/>
            <a:ext cx="4264648" cy="1271428"/>
          </a:xfrm>
          <a:prstGeom prst="curvedConnector3">
            <a:avLst>
              <a:gd name="adj1" fmla="val 10743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6A7BBD8E-7186-41B5-B11D-EB1D883D3C62}"/>
              </a:ext>
            </a:extLst>
          </p:cNvPr>
          <p:cNvSpPr txBox="1"/>
          <p:nvPr/>
        </p:nvSpPr>
        <p:spPr>
          <a:xfrm>
            <a:off x="5145037" y="970516"/>
            <a:ext cx="4562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define the transform Tr(model </a:t>
            </a:r>
            <a:r>
              <a:rPr lang="en-US" dirty="0">
                <a:sym typeface="Wingdings" pitchFamily="2" charset="2"/>
              </a:rPr>
              <a:t> replica)</a:t>
            </a:r>
          </a:p>
          <a:p>
            <a:r>
              <a:rPr lang="en-US" dirty="0">
                <a:sym typeface="Wingdings" pitchFamily="2" charset="2"/>
              </a:rPr>
              <a:t>FLUKA : - Tr(replica  model)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094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36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Ilias Efthymiopoulos</dc:creator>
  <cp:lastModifiedBy>Ilias Efthymiopoulos</cp:lastModifiedBy>
  <cp:revision>4</cp:revision>
  <dcterms:created xsi:type="dcterms:W3CDTF">2025-10-20T13:32:05Z</dcterms:created>
  <dcterms:modified xsi:type="dcterms:W3CDTF">2025-10-20T14:24:37Z</dcterms:modified>
</cp:coreProperties>
</file>